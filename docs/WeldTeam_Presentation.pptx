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2015" y="1463040"/>
            <a:ext cx="440492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5600" b="1" dirty="0">
                <a:solidFill>
                  <a:srgbClr val="E6EDF3"/>
                </a:solidFill>
              </a:rPr>
              <a:t>Body</a:t>
            </a:r>
            <a:r>
              <a:rPr lang="en-US" sz="5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shop</a:t>
            </a:r>
            <a:r>
              <a:rPr sz="4400" b="0" dirty="0">
                <a:solidFill>
                  <a:srgbClr val="8B949E"/>
                </a:solidFill>
              </a:rPr>
              <a:t> 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8B949E"/>
                </a:solidFill>
              </a:rPr>
              <a:t>Система управления сварочным производством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3520440"/>
            <a:ext cx="5239512" cy="411480"/>
          </a:xfrm>
          <a:prstGeom prst="rect">
            <a:avLst/>
          </a:prstGeom>
          <a:solidFill>
            <a:srgbClr val="0D1E1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0" y="3538728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</a:rPr>
              <a:t>● Система работает  ·  Данные внесены  ·  Фундамент заложен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3FB950"/>
                </a:solidFill>
              </a:rPr>
              <a:t>ДЛЯ ОТДЕЛА ИТО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8A6FF"/>
                </a:solidFill>
              </a:rPr>
              <a:t>ДЛЯ ОТДЕЛА ОТК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160520"/>
            <a:ext cx="210312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4178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C8CFF"/>
                </a:solidFill>
              </a:rPr>
              <a:t>ЦЕХ BS · GWM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3FB950"/>
                </a:solidFill>
              </a:rPr>
              <a:t>ФУНДАМЕНТ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Что уже реализовано и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8A6FF"/>
                </a:solidFill>
              </a:rPr>
              <a:t>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пистолетов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C8CFF"/>
                </a:solidFill>
              </a:rPr>
              <a:t>16 680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Сварочных
точек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Моделей
авто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2 606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Записей
плана ТО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508760"/>
            <a:ext cx="201168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8514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Произв.
линии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64008" cy="91440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</a:rPr>
              <a:t>Вся структура цеха занесена в базу данных: бренды → станции → пистолеты → точки сварки → уставки техпроцесса. Это фундаментальная работа, которая позволяет строить любой аналитический и операционный функционал.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Иерархия данных: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Бренд (линия)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50592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Станция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43984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Пистолет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7376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37376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Точки сварки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8A6FF"/>
                </a:solidFill>
              </a:rPr>
              <a:t>Уставки техпроцесса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4480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4434840"/>
            <a:ext cx="1737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6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9E"/>
                </a:solidFill>
              </a:rPr>
              <a:t>История изменений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ТЕХНОЛОГИЯ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Как работает система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Веб-приложение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Открывается в любом браузере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Не требует установки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Работает на ПК, телефоне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планшете в сети цеха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7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База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Централизованное хранение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Актуальные данные 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реальном времени для всех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сотрудников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4" y="1463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6" y="1627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6" y="1975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Мобильная версия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6" y="2295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Страницы адаптированы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6" y="2542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под телефон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6" y="2788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Регистрация ТО и дефектов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6" y="3035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прямо у станка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Аудит изменений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Каждое изменение уставок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записывается с датой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 комментарием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не удаляется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7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79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Валидация данных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Проверка замеров ТО: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допуск ±100 А по току,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±50 daN по давлению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Выход — предупреждение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4" y="3749040"/>
            <a:ext cx="35661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0766" y="39136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6" y="42611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Тёмная тема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6" y="4581144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Комфортная работа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6" y="4828032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 любых условиях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6" y="5074920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освещения цеха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6" y="5321808"/>
            <a:ext cx="3236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Сохраняется между сессиями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🔧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 dirty="0">
                <a:solidFill>
                  <a:srgbClr val="3FB950"/>
                </a:solidFill>
              </a:rPr>
              <a:t>ОТДЕЛ </a:t>
            </a:r>
            <a:r>
              <a:rPr lang="en-US" sz="800" b="1" dirty="0" err="1">
                <a:solidFill>
                  <a:srgbClr val="3FB950"/>
                </a:solidFill>
              </a:rPr>
              <a:t>WeldTeam</a:t>
            </a:r>
            <a:endParaRPr sz="800" b="1" dirty="0">
              <a:solidFill>
                <a:srgbClr val="3FB9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Техническое 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Планирование, выполнение и контроль ТО сварочных пистолетов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b="1" dirty="0" err="1">
                <a:solidFill>
                  <a:srgbClr val="3FB950"/>
                </a:solidFill>
              </a:rPr>
              <a:t>WeldTeam</a:t>
            </a:r>
            <a:r>
              <a:rPr sz="800" b="1" dirty="0">
                <a:solidFill>
                  <a:srgbClr val="3FB950"/>
                </a:solidFill>
              </a:rPr>
              <a:t> · ПЛАНИРОВАНИЕ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Ежедневный план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Годовой план ТО загружен — 2 606 записей по всем брендам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Назначить пистолеты на ТО одним кликом — с фильтром по бренду и дате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 задаче видно: номер и тип пистолета, бренд, станция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Взять задачу в работу прямо с экрана телефона у станка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Записать ТО из задачи — задача автоматически закрывается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Прогресс выполнения плана по брендам с % готовности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ПОТОК РАБОТЫ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93852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49E"/>
                </a:solidFill>
              </a:rPr>
              <a:t>📋 Назначить пистолеты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04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578608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59689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🔧 Взять в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62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36976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325526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</a:rPr>
              <a:t>📏 Снять замеры (3×ток, 3×давл.)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21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895344"/>
            <a:ext cx="3749039" cy="438912"/>
          </a:xfrm>
          <a:prstGeom prst="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0" y="39136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✅ ТО зафиксировано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b="1" dirty="0" err="1">
                <a:solidFill>
                  <a:srgbClr val="E3B341"/>
                </a:solidFill>
              </a:rPr>
              <a:t>WeldTEam</a:t>
            </a:r>
            <a:r>
              <a:rPr sz="800" b="1" dirty="0">
                <a:solidFill>
                  <a:srgbClr val="E3B341"/>
                </a:solidFill>
              </a:rPr>
              <a:t> · УСТАВКИ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Управление параметрами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Уставки хранятся в БД для каждого пистолета и каждой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Все параметры: давление (daN), к.трансформации, ток 1/2, времена циклограммы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Изменение уставок — с обязательным комментарием «зачем меняем»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Полный архив: когда, какие параметры, какой комментарий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Старые уставки не удаляются — сохраняется полная история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Привязка замеров ТО к конкретной уставке (факт/план)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📊  Что видно в архиве уставок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Дата введения уставки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5856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Режим сварки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5117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551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Давление, К.Трансформации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43784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8437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Ток 1 и Ток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136392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136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Комментарий к изменению ← новое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42900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Активна / в архиве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ОТДЕЛ ОТК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Управление дефектами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Регистрация, расследование и закрытие дефектов сварки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ДЕФЕКТЫ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Регистрация и закрытие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16 кодов дефектов из техпроцесса (CR, SN, LP, BN, SW и др.)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Регистрация: модель авто → номер точки → код дефекта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В карточке видно: тип пистолета, бренд, станция — сразу найти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Workflow: Зарегистрирован → Закрыть (без лишних шагов)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При закрытии: первопричина + контрмера + 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История закрытых дефектов с поиском по периоду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417320"/>
            <a:ext cx="41148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16 КОДОВ ДЕФЕКТОВ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6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LP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21824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71632" y="1920240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SW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22208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72016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21824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71632" y="2304288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72016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BE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21824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71632" y="2688336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MI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solidFill>
            <a:srgbClr val="250D0C"/>
          </a:solidFill>
          <a:ln w="63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0" y="30723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5149"/>
                </a:solidFill>
              </a:rPr>
              <a:t>EMU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526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</a:rPr>
              <a:t>Словарь кодов хранится в БД и может пополняться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58A6FF"/>
                </a:solidFill>
              </a:rPr>
              <a:t>ОТК ·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Аналитика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Фильтры: этот месяц / 3 мес / 6 мес / год / свой период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Фильтр по модели автомобиля и конкретной станции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3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397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Диаграмма: наглядно видно какие коды доминируют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Таблица разбивки по станциям — где больше проблем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Самый частый код дефекта за период — на главном экране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6675120" cy="82296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Аналитика отвечает на вопрос: где и что чаще всего ломается?
Позволяет принимать системные решения, а не тушить пожары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417320"/>
            <a:ext cx="41148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554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РАСПРЕДЕЛЕНИЕ ДЕФЕКТОВ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6596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965960"/>
            <a:ext cx="1312163" cy="292608"/>
          </a:xfrm>
          <a:prstGeom prst="rect">
            <a:avLst/>
          </a:prstGeom>
          <a:solidFill>
            <a:srgbClr val="F8514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98424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CR — Трещина  35%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6888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0" y="2468880"/>
            <a:ext cx="749807" cy="292608"/>
          </a:xfrm>
          <a:prstGeom prst="rect">
            <a:avLst/>
          </a:prstGeom>
          <a:solidFill>
            <a:srgbClr val="E3B34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48716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SN — Малое ядро 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97180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2971800"/>
            <a:ext cx="637336" cy="292608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299008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LP — Непровар  17%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47472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0" y="3474720"/>
            <a:ext cx="487375" cy="292608"/>
          </a:xfrm>
          <a:prstGeom prst="rect">
            <a:avLst/>
          </a:prstGeom>
          <a:solidFill>
            <a:srgbClr val="3FB9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349300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BN — Прожог  13%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77640"/>
            <a:ext cx="3749039" cy="292608"/>
          </a:xfrm>
          <a:prstGeom prst="rect">
            <a:avLst/>
          </a:prstGeom>
          <a:solidFill>
            <a:srgbClr val="2028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3977640"/>
            <a:ext cx="562355" cy="292608"/>
          </a:xfrm>
          <a:prstGeom prst="rect">
            <a:avLst/>
          </a:prstGeom>
          <a:solidFill>
            <a:srgbClr val="BC8C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3995928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EDF3"/>
                </a:solidFill>
              </a:rPr>
              <a:t>прочие коды... 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ИТО + ОТК · ОБЗОР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Полный паспорт любого объекта цеха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По пистолету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Паспорт: номер, тип, бренд, станция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Активные уставки по каждой точке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Архив уставок с комментариями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 всех 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82696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Список точек которые он варит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958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пистолета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По станции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пистолеты с нумерацией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Производимые модели и кол-во точек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Сводка дефектов по кодам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на станции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463040"/>
            <a:ext cx="36576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162763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1975104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По точке сварки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95144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Активный пистолет и уставка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2542032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История: когда какой пистолет варил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278892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Все дефекты на этой точке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30358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Последние ТО пистолета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0E1828"/>
          </a:solidFill>
          <a:ln w="9525">
            <a:solidFill>
              <a:srgbClr val="1D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64008" cy="777240"/>
          </a:xfrm>
          <a:prstGeom prst="rect">
            <a:avLst/>
          </a:prstGeom>
          <a:solidFill>
            <a:srgbClr val="58A6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</a:rPr>
              <a:t>Ключевое преимущество: любой инженер за 10 секунд получает полную картину по любому элементу цеха — не нужно искать в Excel, звонить коллегам или поднимать бумажные журналы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4114800"/>
          </a:xfrm>
          <a:prstGeom prst="rect">
            <a:avLst/>
          </a:prstGeom>
          <a:solidFill>
            <a:srgbClr val="0D15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22876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6EDF3"/>
                </a:solidFill>
              </a:rPr>
              <a:t>🚀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214884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ДАЛЬНЕЙШЕЕ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EDF3"/>
                </a:solidFill>
              </a:rPr>
              <a:t>Что планируется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Фундамент заложен — теперь надстраиваем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BC8C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</a:rPr>
              <a:t>Планируемые доработки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618488"/>
            <a:ext cx="777240" cy="256032"/>
          </a:xfrm>
          <a:prstGeom prst="rect">
            <a:avLst/>
          </a:prstGeom>
          <a:solidFill>
            <a:srgbClr val="101A28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6184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8A6FF"/>
                </a:solidFill>
              </a:rPr>
              <a:t>ФАЗА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4533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Авторизация и роли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1051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Разграничение доступа: ИТО, ОТК, Производство. Каждый видит своё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21992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777240" cy="256032"/>
          </a:xfrm>
          <a:prstGeom prst="rect">
            <a:avLst/>
          </a:prstGeom>
          <a:solidFill>
            <a:srgbClr val="101A28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3317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8A6FF"/>
                </a:solidFill>
              </a:rPr>
              <a:t>ФАЗА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585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Экспорт отчётов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2374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Выгрузка ТО и дефектов в Excel / PDF для совещаний и архива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044952"/>
            <a:ext cx="777240" cy="256032"/>
          </a:xfrm>
          <a:prstGeom prst="rect">
            <a:avLst/>
          </a:prstGeom>
          <a:solidFill>
            <a:srgbClr val="281E0A"/>
          </a:solidFill>
          <a:ln w="63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0449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3B341"/>
                </a:solidFill>
              </a:rPr>
              <a:t>ФАЗА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718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Уведомления о просроченных 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3697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Авт. напоминания когда пистолет давно не обслуживался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73368" y="1618488"/>
            <a:ext cx="777240" cy="256032"/>
          </a:xfrm>
          <a:prstGeom prst="rect">
            <a:avLst/>
          </a:prstGeom>
          <a:solidFill>
            <a:srgbClr val="281E0A"/>
          </a:solidFill>
          <a:ln w="63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16184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3B341"/>
                </a:solidFill>
              </a:rPr>
              <a:t>ФАЗА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54533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Статистика контрмер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81051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Анализ: какие контрмеры реально устраняют повторные дефекты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221992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3368" y="2331720"/>
            <a:ext cx="777240" cy="256032"/>
          </a:xfrm>
          <a:prstGeom prst="rect">
            <a:avLst/>
          </a:prstGeom>
          <a:solidFill>
            <a:srgbClr val="281E0A"/>
          </a:solidFill>
          <a:ln w="63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23317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3B341"/>
                </a:solidFill>
              </a:rPr>
              <a:t>ФАЗА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585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Тренды и прогнозирование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2374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Графики деградации, прогноз следующего ТО по истории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935224"/>
            <a:ext cx="5486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73368" y="3044952"/>
            <a:ext cx="777240" cy="256032"/>
          </a:xfrm>
          <a:prstGeom prst="rect">
            <a:avLst/>
          </a:prstGeom>
          <a:solidFill>
            <a:srgbClr val="1A1028"/>
          </a:solidFill>
          <a:ln w="63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30449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C8CFF"/>
                </a:solidFill>
              </a:rPr>
              <a:t>ФАЗА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9718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</a:rPr>
              <a:t>Интеграция с оборудованием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23697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</a:rPr>
              <a:t>Автоматическое считывание параметров с контроллеров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0" y="274320"/>
            <a:ext cx="201168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3FB950"/>
                </a:solidFill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</a:rPr>
              <a:t>Самое главное — </a:t>
            </a:r>
            <a:r>
              <a:rPr sz="4000" b="1">
                <a:solidFill>
                  <a:srgbClr val="58A6FF"/>
                </a:solidFill>
              </a:rPr>
              <a:t>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0876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База данных заполнена, все модули работают, история ведётся.
Теперь система будет становиться умнее с каждой записью.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Для ИТО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900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ТО планируется, выполняется и фиксируется в системе. Уставки под контролем.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7" y="21488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19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Для ОТК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9900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Дефекты регистрируются с привязкой к точке и пистолету. Аналитика в реальном времени.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21488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6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EDF3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6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Для производства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6" y="29900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Любой инженер за 10 секунд видит полную картину по любому пистолету, станции или точке.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WeldTeam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Цех BS · GWM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0363D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993</Words>
  <Application>Microsoft Office PowerPoint</Application>
  <PresentationFormat>Произвольный</PresentationFormat>
  <Paragraphs>251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Alibek Galimov</cp:lastModifiedBy>
  <cp:revision>2</cp:revision>
  <dcterms:created xsi:type="dcterms:W3CDTF">2013-01-27T09:14:16Z</dcterms:created>
  <dcterms:modified xsi:type="dcterms:W3CDTF">2026-06-04T09:45:55Z</dcterms:modified>
  <cp:category/>
</cp:coreProperties>
</file>